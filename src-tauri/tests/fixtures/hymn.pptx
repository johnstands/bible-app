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1440000" y="1980000"/>
            <a:ext cx="7200000" cy="14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/>
            <a:r>
              <a:rPr lang="en-US" sz="5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Hymn verse 1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1440000" y="1980000"/>
            <a:ext cx="7200000" cy="14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/>
            <a:r>
              <a:rPr lang="en-US" sz="5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Hymn verse 2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440000" y="1980000"/>
            <a:ext cx="7200000" cy="14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/>
            <a:r>
              <a:rPr lang="en-US" sz="5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Hymn verse 3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